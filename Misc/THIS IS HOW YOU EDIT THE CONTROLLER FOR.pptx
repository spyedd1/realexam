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CD84-8BD4-402E-A40B-80ECD0459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5E108-7C11-4F69-B6F3-F30E905A2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C64F-3873-47F6-A91C-A428F484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9AB7E-B45E-4FF6-84F4-976EC383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72959-CD10-43AF-9EE4-AD6E3831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11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DD5EF-EF99-48A5-804B-27F3CE9E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2D97F-3992-4014-98EB-F0D44FB4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40E19-A774-4D86-AF75-FCB62A31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8E0D-0CC0-4D2E-AF8B-1EEAEC8F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C9BF-4539-4E31-AA3D-D7DB78FF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07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8C9E-E2C8-420F-A70A-612A502B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83907-9D23-4C2F-B9C0-9F32F2B9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DF787-E26D-4872-B385-4448EFDD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05F0B-4F7A-4ADB-8275-77D2C604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A99CD-259F-4147-9C83-AC4EB93D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95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1B21-4D46-4C7B-9573-4BE28882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DA78-A36B-46A4-942A-38F3C0AE7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EEB2A-176E-4EB4-A00B-E225BB24E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7C5C-EB84-4C45-8C0A-9D961BEC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3F300-AB8B-48C1-BBAF-E08FAE96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B93BF-C824-4F06-811B-CCAA860D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EE70-73D5-4DEA-9B1E-8A82F95D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48007-D366-482C-8848-CE586A448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12DA4-127B-4952-A587-4A3DF7168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FDC8E-564B-468D-A123-5D3BC96F6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E917D-C710-4E2D-AFE9-9062DBE63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0E9F5-DF39-4BC2-8605-25806133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19CD2-3A34-4246-8D08-4DBF6635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2CD29-8D38-4720-BC63-6FA35F70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30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8E0A-5B82-4C78-8953-7AC81B13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3C3B1-C9EB-4A24-A39B-938F70C6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385C0-5E74-41FB-9966-73ACF1A3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A7A0-953D-43C7-80CA-95B33CBD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0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B85E9-5AA4-4708-B11E-949840B3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29A17-AF9F-469A-8FAA-ACD920E74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6C79C-5670-4CDB-AB2B-3D4DDC67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47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D363-3ED8-4B4F-97F2-90E6DBCB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90F96-8FA3-440F-A18A-FEC3D7B1B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1ECD0-0330-42F7-8454-C25607499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8B666-9495-4B9E-8818-53571DA0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FAB8-3888-4671-A19B-B7CAA920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71655-FD5C-4AF3-921A-8FE8F09D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76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B734-5284-4A4B-B677-1D15632B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07867-2387-4412-B80B-A7BADE4BD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625E8-E484-4AA3-86DA-68BE04999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EEB2E-F485-4EFD-A8FC-79FE3DCA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825C6-AA62-4302-B6CA-19A32005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A53AF-1503-43AF-9F18-AC59F8A4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83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537E-05E7-4215-B2DF-C4A5DD4F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99A58-374D-41F8-9DD6-6B9EC2BD9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E9EF0-FA44-4430-B3F7-DBF3701A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B40B9-A51B-4251-9152-D408BF39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48C7D-B040-463B-9780-B86E979B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27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D55B8-26E1-4F8B-AFC5-83DEF3831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34F99-6389-4EB5-A306-B6DEB7EE8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9EB1D-E634-4A7C-B575-30819E40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F85E3-7CE0-4ECB-9A67-C6FA726D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2CCCC-6735-4B91-A025-221EFCE7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86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854CE-4C24-4CC6-8141-3B841CB62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DAA33-8EE0-4464-A74E-0289AB0A2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F9A0C-6453-47BE-BB09-C18F71064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689FD-27E8-4BF9-8705-B4A600DF9693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F8744-5E21-4889-A8AE-240B894F1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2834B-A011-48BE-9847-7ABE1359A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98B6B-25FA-4C84-A4A4-918780E37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90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8156-95F0-47DC-8B78-8D062413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IS HOW YOU EDIT THE CONTROLLER FOR EACH MODEL WHICH HAS A USERID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BA95-0602-411B-B5EC-D093948BC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FOLLOW THE NEXT SLIDES!!</a:t>
            </a:r>
          </a:p>
        </p:txBody>
      </p:sp>
    </p:spTree>
    <p:extLst>
      <p:ext uri="{BB962C8B-B14F-4D97-AF65-F5344CB8AC3E}">
        <p14:creationId xmlns:p14="http://schemas.microsoft.com/office/powerpoint/2010/main" val="107955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03FDB0-0E37-47A7-850B-138A28E08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3" y="0"/>
            <a:ext cx="1215811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CCF5C-C8D6-470F-8607-FDAD2890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-1603904"/>
            <a:ext cx="9144000" cy="2387600"/>
          </a:xfrm>
        </p:spPr>
        <p:txBody>
          <a:bodyPr/>
          <a:lstStyle/>
          <a:p>
            <a:r>
              <a:rPr lang="en-GB" dirty="0"/>
              <a:t>Only for the index</a:t>
            </a:r>
          </a:p>
        </p:txBody>
      </p:sp>
    </p:spTree>
    <p:extLst>
      <p:ext uri="{BB962C8B-B14F-4D97-AF65-F5344CB8AC3E}">
        <p14:creationId xmlns:p14="http://schemas.microsoft.com/office/powerpoint/2010/main" val="413944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39406F-721A-4933-8148-A994F47A3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6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059241-A6A7-4C06-8818-A8E42FFAE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5511227"/>
            <a:ext cx="10515600" cy="1325563"/>
          </a:xfrm>
        </p:spPr>
        <p:txBody>
          <a:bodyPr/>
          <a:lstStyle/>
          <a:p>
            <a:r>
              <a:rPr lang="en-GB" dirty="0"/>
              <a:t>For all post methods that has Create([Bind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ED5A4-7CD9-4061-968B-0D28BCBA6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73" y="6415068"/>
            <a:ext cx="5144218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0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2D2D-39C8-4B3F-9F21-51B1DA69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 post methods make sure u remove the </a:t>
            </a:r>
            <a:r>
              <a:rPr lang="en-GB" dirty="0" err="1"/>
              <a:t>userID</a:t>
            </a:r>
            <a:r>
              <a:rPr lang="en-GB" dirty="0"/>
              <a:t> and other unnecessary stuff from here like foreign keys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81443D-FCD4-48E2-A1A2-8CFCF5723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685" y="2026943"/>
            <a:ext cx="8663091" cy="65698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0C1CFF-9AEC-4ED3-AFF6-3DC6483A4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19" y="2876473"/>
            <a:ext cx="10116962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38891E-6E41-4638-8C0D-15A598667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" y="0"/>
            <a:ext cx="12149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508785-902C-4AEC-87CF-CCEF321D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-269875"/>
            <a:ext cx="10515600" cy="1325563"/>
          </a:xfrm>
        </p:spPr>
        <p:txBody>
          <a:bodyPr/>
          <a:lstStyle/>
          <a:p>
            <a:r>
              <a:rPr lang="en-GB" dirty="0"/>
              <a:t>For remaining get methods</a:t>
            </a:r>
          </a:p>
        </p:txBody>
      </p:sp>
    </p:spTree>
    <p:extLst>
      <p:ext uri="{BB962C8B-B14F-4D97-AF65-F5344CB8AC3E}">
        <p14:creationId xmlns:p14="http://schemas.microsoft.com/office/powerpoint/2010/main" val="52354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THIS IS HOW YOU EDIT THE CONTROLLER FOR EACH MODEL WHICH HAS A USERID</vt:lpstr>
      <vt:lpstr>Only for the index</vt:lpstr>
      <vt:lpstr>For all post methods that has Create([Bind</vt:lpstr>
      <vt:lpstr>On post methods make sure u remove the userID and other unnecessary stuff from here like foreign keys</vt:lpstr>
      <vt:lpstr>For remaining get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HOW YOU EDIT THE CONTROLLER FOR EACH MODEL WHICH HAS A USERID</dc:title>
  <dc:creator>Jamie Gallagher</dc:creator>
  <cp:lastModifiedBy>Jamie Gallagher</cp:lastModifiedBy>
  <cp:revision>4</cp:revision>
  <dcterms:created xsi:type="dcterms:W3CDTF">2026-01-21T15:54:07Z</dcterms:created>
  <dcterms:modified xsi:type="dcterms:W3CDTF">2026-01-21T16:16:54Z</dcterms:modified>
</cp:coreProperties>
</file>